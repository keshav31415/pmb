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918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TOPOLOGY &amp; PHYSICAL CONSTRAINTS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&amp; Hypervisor Placement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78992"/>
            <a:ext cx="107259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Self-contained, crash-resilient message broker engineered for hypervisors, microVMs, and edge appliances.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4389120" cy="5029200"/>
          </a:xfrm>
          <a:prstGeom prst="roundRect">
            <a:avLst>
              <a:gd name="adj" fmla="val 1667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087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CONTEXT &amp; INTER-VM IPC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Boundary (Hypervisor Host)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2048256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Operates on Nutanix AHV, Linux KVM, or AWS Firecracker hosts. Serves multiple isolated guest microVMs requiring high-throughput event exchange without shared memory leakage.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2642616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PMB Sits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2862072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directly as a lightweight native host daemon or within a dedicated system microVM listening on TCP port :4222. Statically linked Go binary (3.78 MB), zero external dependencies.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0" y="345643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Neighbor Interactions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3675888"/>
            <a:ext cx="4023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Ingress MicroVM: Sends raw telemetry via standard TCP stream (PUB &lt;topic&gt; &lt;payload&gt;). Zero client SDK required.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Storage Subsystem: Directly commits sequential writes to physical NVMe WAL (logs/&lt;topic&gt;.log) with fsync() durability.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Egress MicroVM: Receives guaranteed MSG delivery and returns ACK over bi-directional TCP connection.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472744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Resource Guarantees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14400" y="4946904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7.18 MB idle RAM (&lt; 10 MB under 30k msg/s peak). Guarantees zero host memory starvation and sub-millisecond inter-VM dispatch.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303520" y="1371600"/>
            <a:ext cx="6153912" cy="5029200"/>
          </a:xfrm>
          <a:prstGeom prst="roundRect">
            <a:avLst>
              <a:gd name="adj" fmla="val 1455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150876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TOPOLOGY &amp; COMPONENT BOUNDARY DIAGRAM</a:t>
            </a:r>
            <a:endParaRPr lang="en-US" sz="1200" dirty="0"/>
          </a:p>
        </p:txBody>
      </p:sp>
      <p:pic>
        <p:nvPicPr>
          <p:cNvPr id="18" name="Image 0" descr="D:\persistant_message_broker\docs\slide1_topolog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0" y="1874520"/>
            <a:ext cx="5788152" cy="315468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486400" y="5166360"/>
            <a:ext cx="5788152" cy="1097280"/>
          </a:xfrm>
          <a:prstGeom prst="roundRect">
            <a:avLst>
              <a:gd name="adj" fmla="val 5000"/>
            </a:avLst>
          </a:prstGeom>
          <a:solidFill>
            <a:srgbClr val="16223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23560" y="525780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INVARIANT: HARDWARE ISOLATION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623560" y="548640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MicroVMs never share memory or access storage partitions directly. PMB acts as the atomic, durable inter-VM conduit. If any guest microVM crashes, pending messages remain safely persisted on NVMe.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918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SYSTEMS TRADE-OFF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Space: The Durability-Resource Dilemma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78992"/>
            <a:ext cx="107259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conventional messaging architectures fundamentally break down in hypervisors and edge nodes.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5912" cy="502920"/>
          </a:xfrm>
          <a:prstGeom prst="roundRect">
            <a:avLst>
              <a:gd name="adj" fmla="val 10909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7160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DILEMMA: Edge hypervisors allocate strict &lt; 64MB memory budgets to auxiliary broker daemons, yet require instant zero-loss resilience against sudden unannounced host power drops and kernel panics. Existing architectures force an unacceptable failure mode: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10725912" cy="2423160"/>
          </a:xfrm>
          <a:prstGeom prst="roundRect">
            <a:avLst>
              <a:gd name="adj" fmla="val 3019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1168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PATHWAYS UNDER HARDWARE STRESS</a:t>
            </a:r>
            <a:endParaRPr lang="en-US" sz="1050" dirty="0"/>
          </a:p>
        </p:txBody>
      </p:sp>
      <p:pic>
        <p:nvPicPr>
          <p:cNvPr id="10" name="Image 0" descr="D:\persistant_message_broker\docs\slide2_problem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0704" y="2240280"/>
            <a:ext cx="10058400" cy="20116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31520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A: HEAVY ENTERPRISE BROKERS (Kafka, RabbitMQ, ActiveMQ)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4809744"/>
            <a:ext cx="485546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Runtime Footprint Tax: Requires JVM or Erlang BEAM runtime + ZooKeeper / KRaft consensus quorum. Baseline idle footprint is 500MB to 1.5GB RAM before processing the first message.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Root Partition Exhaustion: Static multi-day retention models fill hypervisor root filesystems (/var), precipitating catastrophic host kernel lockups.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Cold Boot Penalty: 15–45 second startup and quorum election delays cause total telemetry blackout during hypervisor failover.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236208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19088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B: EPHEMERAL IN-MEMORY IPC (Redis Pub/Sub, ZeroMQ, Nanomsg)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19088" y="4809744"/>
            <a:ext cx="485546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Crash Durability: Buffers live strictly in volatile user-space RAM. Sudden host power drop or hypervisor crash destroys 100% of in-flight messages with zero recovery.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Disconnected Replay: If an edge subscriber temporarily restarts, all unconsumed events are dropped forever. No sequential log replay exists.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False Durability Window: Periodic background disk snapshotting (Redis AOF 1s flush) leaves an unrecoverable 1000ms window where mission-critical events are wiped.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918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ARCHITECTURAL ENGINE &amp; ZERO-LOSS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Technical Solution: The PMB Hybrid Pipeline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78992"/>
            <a:ext cx="107259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PMB resolves the dilemma: Sub-millisecond latency &amp; &lt; 10MB RAM with physical hardware fsync durability.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5912" cy="2971800"/>
          </a:xfrm>
          <a:prstGeom prst="roundRect">
            <a:avLst>
              <a:gd name="adj" fmla="val 2462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1732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PMB INTERNAL EXECUTION PIPELINE &amp; DATA LIFECYCLE</a:t>
            </a:r>
            <a:endParaRPr lang="en-US" sz="1050" dirty="0"/>
          </a:p>
        </p:txBody>
      </p:sp>
      <p:pic>
        <p:nvPicPr>
          <p:cNvPr id="8" name="Image 0" descr="D:\persistant_message_broker\docs\slide3_soluti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0704" y="1664208"/>
            <a:ext cx="10058400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31520" y="4407408"/>
            <a:ext cx="3392424" cy="2011680"/>
          </a:xfrm>
          <a:prstGeom prst="roundRect">
            <a:avLst>
              <a:gd name="adj" fmla="val 3636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4517136"/>
            <a:ext cx="8229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517136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783080" y="4517136"/>
            <a:ext cx="2203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Lock-Free Ingress &amp; Parser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4791456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Framed ASCII Protocol: Minimal parsing overhead, 1MB bounded input buffer.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68680" y="5266944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Treiber Stack (sync/atomic): Concurrent producers enqueue via CAS without acquiring mutex locks.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68680" y="5742432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Contention: Immune to thread starvation under high microVM ingress concurrency.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398264" y="4407408"/>
            <a:ext cx="3392424" cy="2011680"/>
          </a:xfrm>
          <a:prstGeom prst="roundRect">
            <a:avLst>
              <a:gd name="adj" fmla="val 3636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35424" y="4517136"/>
            <a:ext cx="8229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35424" y="4517136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449824" y="4517136"/>
            <a:ext cx="2203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Group Commit WAL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35424" y="4791456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Physical Hardware Barrier: Explicit os.File.Sync() commits bytes directly to NVMe.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535424" y="5266944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Channel Signaling: Multiple concurrent publishers coalesce into a single physical fsync() batch.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535424" y="5742432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Durability: Sustains 30,000+ durable writes/sec without risking data loss on power cut.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065008" y="4407408"/>
            <a:ext cx="3392424" cy="2011680"/>
          </a:xfrm>
          <a:prstGeom prst="roundRect">
            <a:avLst>
              <a:gd name="adj" fmla="val 3636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02168" y="4517136"/>
            <a:ext cx="8229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02168" y="4517136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9116568" y="4517136"/>
            <a:ext cx="2203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Egress &amp; Auto-Compaction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202168" y="4791456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In-Memory Route Table: Thread-safe fan-out to all active topic subscribers.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8202168" y="5266944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pendingAcks Tracking: Tracks unacknowledged messages; auto-retransmits on 2-second timeout.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8202168" y="5742432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Truncation: Upon subscriber ACK, message offsets are safely reclaimed to prevent disk exhaustion.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2026-09-06T21:50:10Z</dcterms:created>
  <dcterms:modified xsi:type="dcterms:W3CDTF">2026-09-06T21:50:10Z</dcterms:modified>
</cp:coreProperties>
</file>